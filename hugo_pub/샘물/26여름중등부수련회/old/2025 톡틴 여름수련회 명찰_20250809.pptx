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6"/>
  </p:notesMasterIdLst>
  <p:sldIdLst>
    <p:sldId id="257" r:id="rId2"/>
    <p:sldId id="299" r:id="rId3"/>
    <p:sldId id="300" r:id="rId4"/>
    <p:sldId id="301" r:id="rId5"/>
    <p:sldId id="302" r:id="rId6"/>
    <p:sldId id="303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56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519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518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  <p:sldId id="505" r:id="rId253"/>
    <p:sldId id="506" r:id="rId254"/>
    <p:sldId id="507" r:id="rId255"/>
    <p:sldId id="508" r:id="rId256"/>
    <p:sldId id="509" r:id="rId257"/>
    <p:sldId id="517" r:id="rId258"/>
    <p:sldId id="510" r:id="rId259"/>
    <p:sldId id="511" r:id="rId260"/>
    <p:sldId id="512" r:id="rId261"/>
    <p:sldId id="513" r:id="rId262"/>
    <p:sldId id="514" r:id="rId263"/>
    <p:sldId id="515" r:id="rId264"/>
    <p:sldId id="516" r:id="rId265"/>
  </p:sldIdLst>
  <p:sldSz cx="3419475" cy="4427538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34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tableStyles" Target="tableStyles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notesMaster" Target="notesMasters/notesMaster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presProps" Target="presProp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0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CF78F-3359-4745-9904-99785EB07323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8288" y="850900"/>
            <a:ext cx="17700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0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936B6-5E16-4114-BA85-1CF651F86E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32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1pPr>
    <a:lvl2pPr marL="188321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2pPr>
    <a:lvl3pPr marL="376641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3pPr>
    <a:lvl4pPr marL="564962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4pPr>
    <a:lvl5pPr marL="753283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5pPr>
    <a:lvl6pPr marL="941603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6pPr>
    <a:lvl7pPr marL="1129924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7pPr>
    <a:lvl8pPr marL="1318245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8pPr>
    <a:lvl9pPr marL="1506565" algn="l" defTabSz="376641" rtl="0" eaLnBrk="1" latinLnBrk="1" hangingPunct="1">
      <a:defRPr sz="49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461" y="724600"/>
            <a:ext cx="2906554" cy="1541439"/>
          </a:xfrm>
        </p:spPr>
        <p:txBody>
          <a:bodyPr anchor="b"/>
          <a:lstStyle>
            <a:lvl1pPr algn="ctr">
              <a:defRPr sz="224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435" y="2325483"/>
            <a:ext cx="2564606" cy="1068963"/>
          </a:xfrm>
        </p:spPr>
        <p:txBody>
          <a:bodyPr/>
          <a:lstStyle>
            <a:lvl1pPr marL="0" indent="0" algn="ctr">
              <a:buNone/>
              <a:defRPr sz="898"/>
            </a:lvl1pPr>
            <a:lvl2pPr marL="170993" indent="0" algn="ctr">
              <a:buNone/>
              <a:defRPr sz="748"/>
            </a:lvl2pPr>
            <a:lvl3pPr marL="341986" indent="0" algn="ctr">
              <a:buNone/>
              <a:defRPr sz="673"/>
            </a:lvl3pPr>
            <a:lvl4pPr marL="512978" indent="0" algn="ctr">
              <a:buNone/>
              <a:defRPr sz="598"/>
            </a:lvl4pPr>
            <a:lvl5pPr marL="683971" indent="0" algn="ctr">
              <a:buNone/>
              <a:defRPr sz="598"/>
            </a:lvl5pPr>
            <a:lvl6pPr marL="854964" indent="0" algn="ctr">
              <a:buNone/>
              <a:defRPr sz="598"/>
            </a:lvl6pPr>
            <a:lvl7pPr marL="1025957" indent="0" algn="ctr">
              <a:buNone/>
              <a:defRPr sz="598"/>
            </a:lvl7pPr>
            <a:lvl8pPr marL="1196950" indent="0" algn="ctr">
              <a:buNone/>
              <a:defRPr sz="598"/>
            </a:lvl8pPr>
            <a:lvl9pPr marL="1367942" indent="0" algn="ctr">
              <a:buNone/>
              <a:defRPr sz="59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8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66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308" y="1103811"/>
            <a:ext cx="2949297" cy="1841732"/>
          </a:xfrm>
        </p:spPr>
        <p:txBody>
          <a:bodyPr anchor="b"/>
          <a:lstStyle>
            <a:lvl1pPr>
              <a:defRPr sz="224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308" y="2962967"/>
            <a:ext cx="2949297" cy="968524"/>
          </a:xfrm>
        </p:spPr>
        <p:txBody>
          <a:bodyPr/>
          <a:lstStyle>
            <a:lvl1pPr marL="0" indent="0">
              <a:buNone/>
              <a:defRPr sz="898">
                <a:solidFill>
                  <a:schemeClr val="tx1"/>
                </a:solidFill>
              </a:defRPr>
            </a:lvl1pPr>
            <a:lvl2pPr marL="170993" indent="0">
              <a:buNone/>
              <a:defRPr sz="748">
                <a:solidFill>
                  <a:schemeClr val="tx1">
                    <a:tint val="75000"/>
                  </a:schemeClr>
                </a:solidFill>
              </a:defRPr>
            </a:lvl2pPr>
            <a:lvl3pPr marL="341986" indent="0">
              <a:buNone/>
              <a:defRPr sz="673">
                <a:solidFill>
                  <a:schemeClr val="tx1">
                    <a:tint val="75000"/>
                  </a:schemeClr>
                </a:solidFill>
              </a:defRPr>
            </a:lvl3pPr>
            <a:lvl4pPr marL="512978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4pPr>
            <a:lvl5pPr marL="683971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5pPr>
            <a:lvl6pPr marL="854964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6pPr>
            <a:lvl7pPr marL="1025957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7pPr>
            <a:lvl8pPr marL="1196950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8pPr>
            <a:lvl9pPr marL="1367942" indent="0">
              <a:buNone/>
              <a:defRPr sz="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63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5089" y="1178627"/>
            <a:ext cx="1453277" cy="280923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1109" y="1178627"/>
            <a:ext cx="1453277" cy="280923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16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34" y="235726"/>
            <a:ext cx="2949297" cy="85578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535" y="1085362"/>
            <a:ext cx="1446598" cy="531919"/>
          </a:xfrm>
        </p:spPr>
        <p:txBody>
          <a:bodyPr anchor="b"/>
          <a:lstStyle>
            <a:lvl1pPr marL="0" indent="0">
              <a:buNone/>
              <a:defRPr sz="898" b="1"/>
            </a:lvl1pPr>
            <a:lvl2pPr marL="170993" indent="0">
              <a:buNone/>
              <a:defRPr sz="748" b="1"/>
            </a:lvl2pPr>
            <a:lvl3pPr marL="341986" indent="0">
              <a:buNone/>
              <a:defRPr sz="673" b="1"/>
            </a:lvl3pPr>
            <a:lvl4pPr marL="512978" indent="0">
              <a:buNone/>
              <a:defRPr sz="598" b="1"/>
            </a:lvl4pPr>
            <a:lvl5pPr marL="683971" indent="0">
              <a:buNone/>
              <a:defRPr sz="598" b="1"/>
            </a:lvl5pPr>
            <a:lvl6pPr marL="854964" indent="0">
              <a:buNone/>
              <a:defRPr sz="598" b="1"/>
            </a:lvl6pPr>
            <a:lvl7pPr marL="1025957" indent="0">
              <a:buNone/>
              <a:defRPr sz="598" b="1"/>
            </a:lvl7pPr>
            <a:lvl8pPr marL="1196950" indent="0">
              <a:buNone/>
              <a:defRPr sz="598" b="1"/>
            </a:lvl8pPr>
            <a:lvl9pPr marL="1367942" indent="0">
              <a:buNone/>
              <a:defRPr sz="59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5535" y="1617281"/>
            <a:ext cx="1446598" cy="237877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31110" y="1085362"/>
            <a:ext cx="1453722" cy="531919"/>
          </a:xfrm>
        </p:spPr>
        <p:txBody>
          <a:bodyPr anchor="b"/>
          <a:lstStyle>
            <a:lvl1pPr marL="0" indent="0">
              <a:buNone/>
              <a:defRPr sz="898" b="1"/>
            </a:lvl1pPr>
            <a:lvl2pPr marL="170993" indent="0">
              <a:buNone/>
              <a:defRPr sz="748" b="1"/>
            </a:lvl2pPr>
            <a:lvl3pPr marL="341986" indent="0">
              <a:buNone/>
              <a:defRPr sz="673" b="1"/>
            </a:lvl3pPr>
            <a:lvl4pPr marL="512978" indent="0">
              <a:buNone/>
              <a:defRPr sz="598" b="1"/>
            </a:lvl4pPr>
            <a:lvl5pPr marL="683971" indent="0">
              <a:buNone/>
              <a:defRPr sz="598" b="1"/>
            </a:lvl5pPr>
            <a:lvl6pPr marL="854964" indent="0">
              <a:buNone/>
              <a:defRPr sz="598" b="1"/>
            </a:lvl6pPr>
            <a:lvl7pPr marL="1025957" indent="0">
              <a:buNone/>
              <a:defRPr sz="598" b="1"/>
            </a:lvl7pPr>
            <a:lvl8pPr marL="1196950" indent="0">
              <a:buNone/>
              <a:defRPr sz="598" b="1"/>
            </a:lvl8pPr>
            <a:lvl9pPr marL="1367942" indent="0">
              <a:buNone/>
              <a:defRPr sz="59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31110" y="1617281"/>
            <a:ext cx="1453722" cy="237877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01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804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6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34" y="295169"/>
            <a:ext cx="1102870" cy="1033092"/>
          </a:xfrm>
        </p:spPr>
        <p:txBody>
          <a:bodyPr anchor="b"/>
          <a:lstStyle>
            <a:lvl1pPr>
              <a:defRPr sz="119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722" y="637484"/>
            <a:ext cx="1731109" cy="3146422"/>
          </a:xfrm>
        </p:spPr>
        <p:txBody>
          <a:bodyPr/>
          <a:lstStyle>
            <a:lvl1pPr>
              <a:defRPr sz="1197"/>
            </a:lvl1pPr>
            <a:lvl2pPr>
              <a:defRPr sz="1047"/>
            </a:lvl2pPr>
            <a:lvl3pPr>
              <a:defRPr sz="898"/>
            </a:lvl3pPr>
            <a:lvl4pPr>
              <a:defRPr sz="748"/>
            </a:lvl4pPr>
            <a:lvl5pPr>
              <a:defRPr sz="748"/>
            </a:lvl5pPr>
            <a:lvl6pPr>
              <a:defRPr sz="748"/>
            </a:lvl6pPr>
            <a:lvl7pPr>
              <a:defRPr sz="748"/>
            </a:lvl7pPr>
            <a:lvl8pPr>
              <a:defRPr sz="748"/>
            </a:lvl8pPr>
            <a:lvl9pPr>
              <a:defRPr sz="748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534" y="1328261"/>
            <a:ext cx="1102870" cy="2460769"/>
          </a:xfrm>
        </p:spPr>
        <p:txBody>
          <a:bodyPr/>
          <a:lstStyle>
            <a:lvl1pPr marL="0" indent="0">
              <a:buNone/>
              <a:defRPr sz="598"/>
            </a:lvl1pPr>
            <a:lvl2pPr marL="170993" indent="0">
              <a:buNone/>
              <a:defRPr sz="524"/>
            </a:lvl2pPr>
            <a:lvl3pPr marL="341986" indent="0">
              <a:buNone/>
              <a:defRPr sz="449"/>
            </a:lvl3pPr>
            <a:lvl4pPr marL="512978" indent="0">
              <a:buNone/>
              <a:defRPr sz="374"/>
            </a:lvl4pPr>
            <a:lvl5pPr marL="683971" indent="0">
              <a:buNone/>
              <a:defRPr sz="374"/>
            </a:lvl5pPr>
            <a:lvl6pPr marL="854964" indent="0">
              <a:buNone/>
              <a:defRPr sz="374"/>
            </a:lvl6pPr>
            <a:lvl7pPr marL="1025957" indent="0">
              <a:buNone/>
              <a:defRPr sz="374"/>
            </a:lvl7pPr>
            <a:lvl8pPr marL="1196950" indent="0">
              <a:buNone/>
              <a:defRPr sz="374"/>
            </a:lvl8pPr>
            <a:lvl9pPr marL="1367942" indent="0">
              <a:buNone/>
              <a:defRPr sz="37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6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34" y="295169"/>
            <a:ext cx="1102870" cy="1033092"/>
          </a:xfrm>
        </p:spPr>
        <p:txBody>
          <a:bodyPr anchor="b"/>
          <a:lstStyle>
            <a:lvl1pPr>
              <a:defRPr sz="119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53722" y="637484"/>
            <a:ext cx="1731109" cy="3146422"/>
          </a:xfrm>
        </p:spPr>
        <p:txBody>
          <a:bodyPr anchor="t"/>
          <a:lstStyle>
            <a:lvl1pPr marL="0" indent="0">
              <a:buNone/>
              <a:defRPr sz="1197"/>
            </a:lvl1pPr>
            <a:lvl2pPr marL="170993" indent="0">
              <a:buNone/>
              <a:defRPr sz="1047"/>
            </a:lvl2pPr>
            <a:lvl3pPr marL="341986" indent="0">
              <a:buNone/>
              <a:defRPr sz="898"/>
            </a:lvl3pPr>
            <a:lvl4pPr marL="512978" indent="0">
              <a:buNone/>
              <a:defRPr sz="748"/>
            </a:lvl4pPr>
            <a:lvl5pPr marL="683971" indent="0">
              <a:buNone/>
              <a:defRPr sz="748"/>
            </a:lvl5pPr>
            <a:lvl6pPr marL="854964" indent="0">
              <a:buNone/>
              <a:defRPr sz="748"/>
            </a:lvl6pPr>
            <a:lvl7pPr marL="1025957" indent="0">
              <a:buNone/>
              <a:defRPr sz="748"/>
            </a:lvl7pPr>
            <a:lvl8pPr marL="1196950" indent="0">
              <a:buNone/>
              <a:defRPr sz="748"/>
            </a:lvl8pPr>
            <a:lvl9pPr marL="1367942" indent="0">
              <a:buNone/>
              <a:defRPr sz="74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534" y="1328261"/>
            <a:ext cx="1102870" cy="2460769"/>
          </a:xfrm>
        </p:spPr>
        <p:txBody>
          <a:bodyPr/>
          <a:lstStyle>
            <a:lvl1pPr marL="0" indent="0">
              <a:buNone/>
              <a:defRPr sz="598"/>
            </a:lvl1pPr>
            <a:lvl2pPr marL="170993" indent="0">
              <a:buNone/>
              <a:defRPr sz="524"/>
            </a:lvl2pPr>
            <a:lvl3pPr marL="341986" indent="0">
              <a:buNone/>
              <a:defRPr sz="449"/>
            </a:lvl3pPr>
            <a:lvl4pPr marL="512978" indent="0">
              <a:buNone/>
              <a:defRPr sz="374"/>
            </a:lvl4pPr>
            <a:lvl5pPr marL="683971" indent="0">
              <a:buNone/>
              <a:defRPr sz="374"/>
            </a:lvl5pPr>
            <a:lvl6pPr marL="854964" indent="0">
              <a:buNone/>
              <a:defRPr sz="374"/>
            </a:lvl6pPr>
            <a:lvl7pPr marL="1025957" indent="0">
              <a:buNone/>
              <a:defRPr sz="374"/>
            </a:lvl7pPr>
            <a:lvl8pPr marL="1196950" indent="0">
              <a:buNone/>
              <a:defRPr sz="374"/>
            </a:lvl8pPr>
            <a:lvl9pPr marL="1367942" indent="0">
              <a:buNone/>
              <a:defRPr sz="37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9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63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47062" y="235725"/>
            <a:ext cx="737324" cy="375213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5089" y="235725"/>
            <a:ext cx="2169229" cy="37521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49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5089" y="235726"/>
            <a:ext cx="2949297" cy="855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089" y="1178627"/>
            <a:ext cx="2949297" cy="2809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089" y="4103673"/>
            <a:ext cx="769382" cy="235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A0B78-0413-4B72-B032-AF24FE5D2806}" type="datetimeFigureOut">
              <a:rPr lang="ko-KR" altLang="en-US" smtClean="0"/>
              <a:t>2025-08-09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2701" y="4103673"/>
            <a:ext cx="1154073" cy="235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15004" y="4103673"/>
            <a:ext cx="769382" cy="235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39110-17C5-4D72-9859-7ACE526B7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84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1986" rtl="0" eaLnBrk="1" latinLnBrk="1" hangingPunct="1">
        <a:lnSpc>
          <a:spcPct val="90000"/>
        </a:lnSpc>
        <a:spcBef>
          <a:spcPct val="0"/>
        </a:spcBef>
        <a:buNone/>
        <a:defRPr sz="16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496" indent="-85496" algn="l" defTabSz="341986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047" kern="1200">
          <a:solidFill>
            <a:schemeClr val="tx1"/>
          </a:solidFill>
          <a:latin typeface="+mn-lt"/>
          <a:ea typeface="+mn-ea"/>
          <a:cs typeface="+mn-cs"/>
        </a:defRPr>
      </a:lvl1pPr>
      <a:lvl2pPr marL="256489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2pPr>
      <a:lvl3pPr marL="427482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748" kern="1200">
          <a:solidFill>
            <a:schemeClr val="tx1"/>
          </a:solidFill>
          <a:latin typeface="+mn-lt"/>
          <a:ea typeface="+mn-ea"/>
          <a:cs typeface="+mn-cs"/>
        </a:defRPr>
      </a:lvl3pPr>
      <a:lvl4pPr marL="598475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4pPr>
      <a:lvl5pPr marL="769468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5pPr>
      <a:lvl6pPr marL="940460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6pPr>
      <a:lvl7pPr marL="1111453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7pPr>
      <a:lvl8pPr marL="1282446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8pPr>
      <a:lvl9pPr marL="1453439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1pPr>
      <a:lvl2pPr marL="170993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2pPr>
      <a:lvl3pPr marL="341986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3pPr>
      <a:lvl4pPr marL="512978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4pPr>
      <a:lvl5pPr marL="683971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5pPr>
      <a:lvl6pPr marL="854964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6pPr>
      <a:lvl7pPr marL="1025957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7pPr>
      <a:lvl8pPr marL="1196950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8pPr>
      <a:lvl9pPr marL="1367942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A10CECC-ABDE-4894-9EF7-BFA5F3011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EE3080-81FC-4700-B860-57AE55AA35D8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김동주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목사님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157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D5FA-8738-8034-5BB6-FB0EF529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68BBA42-AE03-FD57-00B1-12F387E88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7A7912-D64F-A50A-CB2A-C3F912B14ADB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민호기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목사님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39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DF5C-E7D7-0D49-CF19-916D207F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F40A77-DB69-14B0-B0BB-5E4ACDCCE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4A548C-9982-E719-023A-40EA283C25DA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유찬호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목사님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94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36C2-A6E0-B531-8DF9-C48E16DF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9FC9DD4-F6EE-EC79-FB36-56473ACB2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D2BE39-A285-55FC-A950-CE41094F409E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김성중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목사님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05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14FB-8F1D-451C-EAB3-A93DBE58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6EBA5DE-2D35-9519-A666-3B5C52A92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ECE14C-35C9-8D49-EB38-C0B58BD351FA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박준혁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리조이스워십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44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E7C2-78AE-02C5-0DB3-C6472C43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2237EA6-A497-3DBD-9FE7-723A0AE77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C1FDBA-EE43-E46F-8AD5-D880F279380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최태규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99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73AB-EB9C-7C41-AE81-7487EE30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321E3D-08EE-854B-A4EF-9A216869A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1D0F18-AD59-7A85-6EC4-FC93CAF664A7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남경연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51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AD0A1-8EE9-7FFF-DFE8-28BC0201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10DEFDA-FD46-3EAB-B809-FEE59FDA7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A6F089-E8C3-2944-A477-9BA5A9C935A4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강기훈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12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5687-3483-6C75-F727-A2F82722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C20981-C4ED-0EE4-3498-240D9E646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FF01D3-423A-4E35-16F0-464102C7E57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김민정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66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E5DC0-2B0C-94D1-1DE3-6F54979A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9F8820-3D3B-9D27-B2A6-094B5E362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56A0D6-77F8-F1E5-9390-EA4E93E908DD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김재홍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94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4761-D20F-FDB1-D843-C6F6EC79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2D5E39A-647B-52A1-31D8-7EFEBBF0B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0C950-A665-6C28-C460-B1AA8C5845C2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김춘수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60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2477-0D59-06D5-7591-0DA6AB95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075642-07D6-A6CD-8DF9-859A59C50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A2BD1C-68ED-AA1D-D3C4-5D1124CC1A9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김민수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14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AAB2-C735-E188-FD59-7398CC2A4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CA1C7F-BB05-9960-0DCF-76D0C7703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0D8267-FBB6-BA9E-9FE6-2DBEE70CA9B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조은정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494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2054-510C-EB3D-643E-84B1D228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8C709B-2672-50E8-12F1-1F6232002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21E737-BBB7-09F5-25BA-2A26BB0C4B9D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600" dirty="0" err="1">
                <a:solidFill>
                  <a:prstClr val="black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김재문</a:t>
            </a:r>
            <a:endParaRPr lang="en-US" altLang="ko-KR" sz="6600" dirty="0">
              <a:solidFill>
                <a:prstClr val="black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48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632D-83CF-EA45-5B45-1F669F22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1576659-B959-8AAF-D25E-AD4652FA5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2829E9-F814-B10F-E3E7-C82D38B9B229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이보미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064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6D89-5304-E2EC-63F5-B9871A28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A1B76F7-0D82-FB91-BF6F-41B202BC4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F3EBAE-CE32-4E1E-AC4F-45028E31A76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박소라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780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72CB-6490-E2BF-04FA-F6B632A7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C52A80-6749-3D4B-5160-F05EC6EF3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308B3-DEE5-20B9-C1CB-D82D470DFB94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남영지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65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62E0-6A2E-BFE3-622E-FA9284FA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A756ED-18B9-871B-0CE7-7A4BCC9F7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4783CE-AB26-5927-1A6F-3BB6D8C5C94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박수진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021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05C8-C5E4-D2CD-FCB0-A9FC893B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9FA624-BC8B-536F-E12E-D82C7B67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A03D6-72AE-35E3-B0E6-6A9DBD89C519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전세영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369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3555-1601-3EE0-3AEF-03ACC0C7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043E4-966A-95E5-A90C-CAB715310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B15296-A49B-A998-9FCA-B36703C6909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박정규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038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E441-BF45-1D5E-6DBD-F516A635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55D70F-9857-FA75-B609-BD913879C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13D012-E34A-FF93-C786-F41C9FCD16BF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정연태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492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EFB1-8309-12E9-E1AA-056BB377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E0179EA-2B65-FE41-DB3F-CE7616A43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298AB-A776-A31A-F780-AED8CDABE759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남명심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66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CD1C-7574-280F-4BA9-1EC8A0F2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581FBE5-AE74-8594-744E-5620A7500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E2ED35-7A7C-CE1F-C58A-CA31F2EE01AB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최범귀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74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339E-557B-7ED7-882C-D2E28DA1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AFEF6C6-A155-5820-7E2E-5CC9B92F6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5FF393-D406-355A-684D-C39CAA5B45E0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안은영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314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8A52-ADA4-87A5-5B88-052EAD1E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E71C6D8-8AE5-3CEB-708F-026188CF6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23159B-3849-21CE-929B-34727F3041B5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정미정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414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C092-7ACD-95B3-DD92-6E71ECBE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3B9DE6C-DA0C-4554-C70A-B8B878BA6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BA977D-66B3-4E9B-DDC5-F39E0E399D09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전영은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1650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CF107-0E58-51BD-96DF-7659D564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FBB959-8C31-47F9-B6D6-B0238743E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C0410-6E14-4C4B-2FF2-9603C621228B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이명희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444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0EC1-DB94-59A3-9C33-68C36E55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5FC8A7-D6E4-0C0A-7B90-B8EF14B70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2D6BE8-247F-A8E0-A916-385BE6C72430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양태민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86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D79E-C489-EE8B-4AE0-E09CCE525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54187D-7C18-22E2-36C6-C29AE9B4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213B40-B391-5C55-ACA3-412AA829CEEC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차지현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125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D288-2AD7-B57F-B773-DFEE9C75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8DA78CD-D1A2-2AFE-A492-9AD07DFDF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1CC0D5-E9A8-259E-CF64-85DCDEFE632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600" dirty="0">
                <a:solidFill>
                  <a:prstClr val="black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정지훈</a:t>
            </a:r>
            <a:endParaRPr lang="en-US" altLang="ko-KR" sz="6600" dirty="0">
              <a:solidFill>
                <a:prstClr val="black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764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F3CB-F8AA-B891-C71C-6DDB95E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B78B221-5BCD-F52E-C625-DBC843DB0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2A3EED-7E84-A8CA-9701-91AA1925CF6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정회석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964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9E73-2081-95CE-CA02-4A1ECB1F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D43FF49-8E17-5115-EF60-B57C73728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CDDAD4-E1A3-559D-66A7-9F6A165C566B}"/>
              </a:ext>
            </a:extLst>
          </p:cNvPr>
          <p:cNvSpPr txBox="1"/>
          <p:nvPr/>
        </p:nvSpPr>
        <p:spPr>
          <a:xfrm>
            <a:off x="-275" y="2307048"/>
            <a:ext cx="341947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김푸른뫼</a:t>
            </a:r>
            <a:endParaRPr kumimoji="0" lang="en-US" altLang="ko-K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12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22A2-81FF-70BA-FACB-73D2C2B1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EE7C5BA-AA88-98D7-2BBF-6D576D73A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49C08D-AFE7-864A-C979-2E2E9E16BDDB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송도윤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13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48AD-0808-36D7-C642-EB3AF316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79F71C-87CF-D5C6-DE0B-894E42BCC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5B8475-C011-CC9F-1B31-08BF662306A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김민석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846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791C-E8FC-7679-30E1-F91BE50A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033571-B0B1-662E-41E5-879B244F4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7C9D3B-B91B-879D-9F4D-BDDB950BDDE2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백재욱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399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40350-397B-5A4F-0EA6-590AFE15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7E774B-90CE-E17A-9A33-26DA0C673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C1DF72-023E-ADF3-AB2B-1F95068D186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권영진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10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A4FF-0700-06CF-D3D8-51128FAA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A339FA-4096-59FB-EE86-1E6E8C869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736F0F-EAEE-0A10-11A9-7DF0C022A4FC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김성진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6139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959A-CA0A-6A8E-2933-3A74C4B0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338EAEF-F638-624B-2C4B-E253B821C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FAB63E-3084-520D-EA53-79E4946565E9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변지현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678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F458-FB25-3259-B09E-DCB7C308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454EED-D3AA-1031-372C-5DB4C8B1E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C1252F-93D6-B9B4-2345-8885E7B45B1F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오승미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647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25C1-B5A6-8C83-96DE-6FA5397B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AC7688C-4F30-D70C-6FE4-F228B06B0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BD5D22-D5EB-F101-A967-5836238FD86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진경민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596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5A51-79EE-9F59-92F3-8D43865E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5E6E04-9493-2C89-B454-A76071AE8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85E987-BA2A-35A0-BF14-EF3DD68C572A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김경준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698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0C5B6-D9A0-8D9A-FB2C-D7A7CFFF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494165-2C9B-E312-5B4A-588F90113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427C4F-0746-5222-0805-8A81CE4F6178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백진희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718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0B3E-935E-503D-DC9B-C0A34111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0FC0BF-B4C2-4265-4A10-8D574F461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126B3A-8D2D-14A9-D198-01274C82860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김지현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50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A127-55E7-5449-6A00-B0126270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2A21781-456A-CF4D-99E2-B38159C0D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227DB7-F943-2FC7-7F90-95D8FEABDB79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이상춘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96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A9E2-892D-B333-88DA-43F62524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A819788-8229-340D-CA53-DEEA5C013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D4685D-7B47-9F7F-5A3B-E3C0AA8EC461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이광선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8288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37F8-2252-1104-2D3B-1CDB11FE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F1083F-1D9A-403D-B57C-8CD1E53B9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67D75-A3BD-2A7A-925B-E068B0B2E83B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박수진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6102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2A4B-472A-8C6A-668F-95342EA2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ED187D-79CA-33B1-3275-8D5194CA1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F68D6E-2882-C62D-9898-AA226768AC06}"/>
              </a:ext>
            </a:extLst>
          </p:cNvPr>
          <p:cNvSpPr txBox="1"/>
          <p:nvPr/>
        </p:nvSpPr>
        <p:spPr>
          <a:xfrm>
            <a:off x="-275" y="2154648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박수진</a:t>
            </a:r>
            <a:endParaRPr kumimoji="0" lang="en-US" altLang="ko-K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(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교사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210 카툰스토리 R" panose="02020603020101020101" pitchFamily="18" charset="-127"/>
                <a:ea typeface="210 카툰스토리 R" panose="02020603020101020101" pitchFamily="18" charset="-127"/>
                <a:cs typeface="+mn-cs"/>
              </a:rPr>
              <a:t>)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210 카툰스토리 R" panose="02020603020101020101" pitchFamily="18" charset="-127"/>
              <a:ea typeface="210 카툰스토리 R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028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E53C24-EAF8-4091-BB67-47093E67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EE3080-81FC-4700-B860-57AE55AA35D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휴먼매직체" panose="02030504000101010101" pitchFamily="18" charset="-127"/>
                <a:ea typeface="210 카툰스토리 R" panose="02020603020101020101"/>
              </a:rPr>
              <a:t>권시언</a:t>
            </a:r>
            <a:endParaRPr lang="en-US" altLang="ko-KR" sz="6600" dirty="0">
              <a:latin typeface="휴먼매직체" panose="02030504000101010101" pitchFamily="18" charset="-127"/>
              <a:ea typeface="210 카툰스토리 R" panose="02020603020101020101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006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6FD4-14A0-0CBC-388E-6A8B73B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1EC493-AC10-A2B9-2482-A48796E36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A31D6A-1208-233B-6ADF-806CDE9361A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박승환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8772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C97F-2992-CA8E-2266-4AFFF71C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176672-A3DB-774E-12E7-C24EF5BB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0510E9-546C-C9C0-E4FF-71B84C0C4F4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손은후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162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12D6-067A-2F1C-4004-DD6D0B5D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6D0833-B557-144C-CC88-36E974457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3DBB08-D7D6-5B16-F9B7-EA228293915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김예동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63690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6BE9-672E-6DF3-E1CD-D0549A33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0419C2-828C-DD4B-2E77-68C924667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E2829A-BED0-DF20-DAA2-FCF7FCD9495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김하진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2893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243A6-D5AC-B41C-4A41-B32086608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AC9F7E-A43F-A19D-262E-1C69F0934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27B4EF-BA21-EF47-B390-748CBF192E1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윤은결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73798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5DFAF-FCE1-540C-54EA-E03F569E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693385-1296-1A2D-97C3-0332DC23F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DA0FE4-6F42-3C99-4E84-075EB1CD493D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박해인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37892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E1AD-EEDE-5436-9342-59302DD8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74510B-D446-ED94-DC44-BA59CA0E5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AC1B2E-C888-F243-3AA5-565990BFB8D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서아인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93862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14FA-3D8F-6926-A259-B2C8E607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2C6984-00B8-3085-6FD0-D161D5A3F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AD8996-6144-FF83-2557-F1C052CE228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이세아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2814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F942-0285-03E9-702A-87277EFA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C8F220-4EAB-C0EF-8F9B-C82827AA1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86E67B-0283-F495-7962-E70715A58A7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이시아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8403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C636-AEAC-5A35-8EA8-6455A33D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353214-6836-CE6C-76B5-2FDD7639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8720F-21BF-D768-9DCC-D0341636CD6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이지우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90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7D82-BD6E-B85B-95E5-CD2D6866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9DCCAD-C932-F794-F52F-8FA1BE05C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DB1A2-59FB-49AB-7D3E-09B0B746CA7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권아인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17298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44FB-D654-77B2-AA4E-C0000EE6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36ACEA-4509-0C61-B70E-DF1F52840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5D64-9EFF-084D-9839-2C5960EAF22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김민서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70673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4A90C-039A-24F3-8F1C-A3A9B544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9B1CCC-E004-A89F-9155-64AC916AC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5F913A-A031-405E-0560-7471C10F235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손지민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49756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6160-31D2-1225-F511-4BE11E0A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97234F-EFBE-C3E5-64BF-2EF345DA9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895F6B-5B6D-6C21-2FC9-D0EE1943C70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안하엘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3337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663D-701D-D567-AEE2-14A89EB9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98C437-9127-9A6B-19EC-E49FF74DE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2BE2A2-E342-C5F9-9BC8-5C139D2D088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진주아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267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4AC2-A3C0-3B0D-F22C-82A37695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7DA9FB-EA73-F9E0-CD3D-33190729D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937C04-E622-02B8-6656-738A48F1106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이현아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7965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8DF0-4E3F-56F9-B09B-31FB3868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EEE3F5-5666-6CE3-E118-15B75EAD8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CE3F18-84BF-7CEE-43D0-FDF3C974CC9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장라엘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4946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EC83-F1A3-007B-BAA3-080B880F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2ACEAB-CAAC-2ABE-2266-7251C2E71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80C7D3-310A-00D5-7F97-D1E89BD0911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정선우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0427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D227-4CE0-FB14-357D-E124ABF5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88B8B0-2544-9B73-2120-D448FA635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9EEF18-0E83-5D28-CE11-BF9EB151A7E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3747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27C3D-E6F5-7D70-526E-3C06D589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6214F8-56AB-6F92-4B31-DB9349EDC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66865F-8E1A-7606-9FE1-40BCDCA6C55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박서현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4777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362C-F411-F6CF-144F-A7100BF6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B753F7-A44C-C4E3-6CB9-1033869E7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D260B1-2E57-2C5B-85B4-EC3E3951C88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배희진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4942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6254-23E2-BEC5-AA92-0AEC90C8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B06F2E-A967-CCDD-F16B-0B6104A0C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19A072-A345-8134-EB13-96C0C5B10A4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송윤서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6923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ED04-6CC8-A8BC-4C18-1705DB78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9E74DF-E6B8-0A0D-4B01-C28EC5953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83DC4D-A8D9-8395-3E81-6B52644E799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정여은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53330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B40E-526D-DB71-9DE3-FA1226FC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EF37B-CF13-7D9E-1C59-03058E87B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40CA3D-B716-3EA0-C69C-761B74297B1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김채린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6528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ED64-DDCC-4160-B455-B22B5239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3AEA17-F6C5-E07F-D5A1-9156BA4AD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31CFE7-A8F1-B3E0-2D8C-B88C384BFD2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손희린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88706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0EA3-FDDB-2246-7B59-9FD0831E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FB9A6A-3F62-A4AE-E5FE-F67E27090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4ACD61-E8EA-2B86-11B0-7EF720A0622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오은율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9155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C622F-D00D-4D91-9CCC-7B2ED3CC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46B767-2374-14E6-6A5F-CE050809F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BCFCE-A5CD-8AAD-22C1-BF6EA0E05BA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이시아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56231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8002-AEE8-9B1A-FE63-4544B6A5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5DCFAE-3A00-6B66-E1BA-1D82FA2C4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BB85C4-5253-167C-52FB-9F3DEFB4A88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권예성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5077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6FE6E-6514-2B28-0D98-C48031EE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88DAA3-6C0E-6C59-2DB7-3EC21589E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09B39A-8B64-5F6A-1550-4C18D5CF505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도은기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58566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A323-855D-560D-E637-54F8367C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320F81-20A3-710C-639C-CD751A633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4AFCF3-A82E-4130-2C74-DBA1A36DA47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손민규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8080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ABAE-58D8-D707-18F1-93BB937A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A94160-F162-BCAC-C4D7-E22FD5EA4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76D558-4C2B-1A56-DC0B-AAF26D23DC0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양의환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08344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C309-2E1D-FDE9-1BFD-4D3A637A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AFEE8F-512E-ED16-1E37-984A083F1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1C93FD-959A-BD5B-681A-646CFEA2AFD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표라온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11587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DC2E-A2DF-4569-CB14-55171BFF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1571CD-6610-11A6-CFDC-DC0929CAB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0BE42E-E8D1-5C56-8E8B-D039386145C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김선우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61076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1D4C-BDBE-134A-58AB-3E2788C38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0DCFC4-C38E-1190-C156-F3F059D08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66F620-2943-9AA9-A484-73740D8EA3A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김세찬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20566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70A7-8555-5D59-E83C-A033D744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7D315F-537B-17C4-DDC2-220701144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E511A6-588D-10A6-1A0E-EB5DB142E07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조승우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70648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E169-1EF3-FE7E-4C9B-95127B8E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5A281-9761-B85E-E2FB-A9E089FC7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5F1D16-A046-657F-AC2B-45D82A365C0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김제아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98495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C48A-EEE9-A014-43A0-B8BE0AC9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8EC1F1-0783-41DC-72A8-ED44E9AD2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F7D98A-86E3-9794-A785-6800DE3EF45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전세계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43740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6976-9B18-618D-1249-DBDCDE7A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E582C9-50D1-38FD-E60D-684F65101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FB0B92-9DBA-C60B-C5C7-63CE1D8B99C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김태윤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38583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96AE-1531-326F-C048-6FDB54A8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053CB1-2ED5-CBE1-AFB5-5661D54A9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6B4595-3C41-B99F-F61C-6E7B233C4F9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진시우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65741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556CB-AF03-1E1F-C161-E6437ACA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8AAE91-ADF7-05B1-50D3-FD03FE6F4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CB8E5-2063-AD5B-EC46-A4FBACF64C3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이우형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34244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F6E6D-E5A3-1D92-C25D-CBDE70E8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880B57-E986-B2B9-7F2D-CB85599E0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74035F-7694-D340-D38B-493625BACBC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임태민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70120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4FB1-E853-6324-5005-BED2AAFA1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F2265E-7100-7697-86E6-FB091484C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C1FB30-C38D-7FBD-EDBE-CBA28D6DF2B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김의현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97261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EAB9-AB77-0CB4-1BB1-80FED892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8A6856-851B-721E-9323-1E96A9794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899D3-257C-F5AB-B9EC-97217348D57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정하늘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836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2B13-3910-DE62-C81D-B9903B3C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915776-7E7F-CFB9-9D81-58032ECD9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BCDFF6-FBE1-17B8-9899-75E63AB17B4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강다율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476553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DF85-E361-0037-C1DB-F2AD18CA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3B8C3D-E4E2-DB35-D329-AD515E35D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E9FB07-80BA-8359-8032-B3663755B4E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강호세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7523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8FC30-8DE0-5FB2-D60F-EBCDB626D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38FE75-F330-1205-D06F-83601D3AB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95A70E-C589-E8AD-77BA-7BBE17AC335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편지환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31509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AA0B-7A3C-ABFB-3BB8-FB7E9B6F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B3D40E-F7BF-D184-EC03-19CB8C9C9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D3E258-2851-C26C-890C-E304156132D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신건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21918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A15F-3FEB-34E6-E8B6-A4B22664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EF20FC-C9C8-FDC8-0391-9665A50B5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F7D15F-1011-463F-4B2F-753DAEFE516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이재선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12564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1419-88CC-D136-06D6-313D47BA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C63790-3D0D-D8CC-0628-58B1C97AE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0B3ED7-88FE-1263-7509-FBF0D3ABA51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김온유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3642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418C-CF2C-E96A-B70C-335E1315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487EDA-3CE8-7B93-18D1-ADA9C563E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CD1576-1477-62C7-B37F-3E161BDE7BF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노지원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015388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B3D7-B596-9299-414F-3548698D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6FA3E7-6D06-60DD-ADDD-38F8B31B1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AF93B8-0F23-9739-990E-53B3E8EAC06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이수하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5641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58EA-FCF7-0A24-B6E6-F8072B42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59F2C1-C548-C5F6-2182-2F8B29562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B323F5-6C9C-59F3-7B86-508E75C3FD8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전예빛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587107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1B35-6CA1-6EA9-58C2-0BE6C223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4AC273-545A-466A-4375-354F069C0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281146-8695-6A68-2297-F0C3F4DBBF6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주연우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280530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B154-B728-24E2-82D7-DE1417E0B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FF523F-48D3-C4AC-FD52-6E9076EDB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373FC-50AA-B448-EC54-46548B61330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황채원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866220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94CD-B888-CF44-3A7F-0CF35D26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945E36-3432-8C4A-5A8D-B19B1B4F5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6FA46B-06C7-03A4-D3FE-42E13DB6F1ED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김의겸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64342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BAA3-925D-9A09-507A-060E3995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AF1E4A-01A6-9FD1-EF93-A14DEF5B9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5C2939-BA5E-4791-BA81-B270401ABF4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이지호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81626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D086E-CC46-0849-3251-429827DF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813735-A16F-E6F8-8699-AF34228D1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92CB58-B740-12B8-1572-A69170670B6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박지음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78161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7BE4-532A-F989-F4E5-40D4D22F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113C6D-BF26-30CC-1000-A96DE6714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821BA-AC25-DF94-ADE7-6E9F8C87E8B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안예나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81655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9A5C-9A3E-16AE-91B0-BDD45EDCF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8C9CEF-E19F-A5E1-0B7C-12971ED5B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B9E944-F258-C35B-D789-E141253F2EB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오세은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24061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E1C2-83F3-35E3-5F2E-70FFA2B3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9E16EC-FB3C-80D3-9818-5E9CAC585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AA21A8-1C5A-951E-119E-695C1FB29F2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이서경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218606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CED88-BC32-78D4-FE86-11AEF150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261D05-1654-A42E-ED7B-2E23E77B9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33C571-B604-8D32-BCE2-35AB9FDCEB1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장재하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60887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0375-394C-2AD1-5838-4356F0EB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062B65-73FC-CD53-1FC3-49BAEA1EB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E3D43-6995-3A36-4F5A-59DBDD5C40C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황주아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55158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6CB2-C253-D83B-5201-F552F7659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E49CE0-9107-A80F-4EAA-3DE958FB7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668DF4-5E31-8F72-A279-6509406E1E8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송시은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4481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64E6-1120-64B3-5EFD-EFE879A8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BF8863-1612-1BEC-8E98-6C81F6A6C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24DB3E-37BD-4E0B-1837-341F5B49BD2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양지우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61021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0849-7B87-A270-98C0-39A85206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4D3ACA-726B-767F-DE60-D0BCB68FF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730AA6-4340-1ADE-15C7-C78D190646C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이주하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01478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6ED6-1043-91A7-8BC8-8ADECD69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58A731-7583-1DF3-F72C-9C34F4141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A2B98B-96E7-9BC9-9377-61ABE0A688D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제하영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76487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BDAC6-0D3A-6683-51BE-F548786E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1630FA-D5D9-66B5-D265-F7AC98A5A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C08FF0-1A29-5890-15B8-2A01DC23A87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허채윤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855214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122E5-CAFB-3609-4DAD-48B4D3FD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03ABA5-D7C0-BF7B-293E-7C2D854C1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B1833D-95B3-FE98-0A32-F9B66045ADF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이나겸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913805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0C95B-8B22-E634-EC22-1B00FAA9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290432-F2D9-C217-CDDC-CE386F4B0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AA0F3A-EF50-1583-DA4A-61F86FBA5FA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조윤서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911823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59DF8-376C-1BD8-16B3-759BD99B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1319E2-23BA-2CC8-CF6A-7A4C16E60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5B5CB0-3B52-2477-E729-AC2A5047CDC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김주아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45831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05D5-39E6-5A05-0F96-48680EB4A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770318-2F96-6088-925E-BDA8528E1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169DA3-C056-5C4F-52EF-5F72A668F0F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박서진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88799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6AA20-C48E-6387-66F7-1926CA87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CCDDFF-25A7-913F-AC62-6615E0D58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EED36E-B986-C49D-90BB-ECA677EAFC1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이서윤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9839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202E6-1BD8-32FA-DDBA-B643710A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78C4EF-558C-5995-DF6B-73BA78521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7B66D-F5F9-CF61-EC1E-E626FD81C71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민하슬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1364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4BCED-7029-D4E0-D06E-A268058C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0EE990-7E76-E0E9-91F8-BE7FD533D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FA6F12-6BAE-43AC-017B-16D69E2EF39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이가은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145036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4AC5B-68B9-0546-8E6A-8E9D251D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86C7FD-3B55-E1E8-69D4-A1623EB68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66571B-1857-8847-60FF-17A91A105A7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강나율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73050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F1D4-1C43-6213-E557-4633C644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3AE44A-7B98-C1AE-64D1-78B49F75C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0E1CF0-7271-1256-FB95-48FAECDDBD4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김선율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855984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275EF-7ABC-D9B8-C58F-5BD31F7E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7D8157-F0C3-474B-6BC1-EBBDD1DDE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05157E-0A34-88AA-18B6-39D8052579E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정예지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45217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DBF89-9466-C2BF-1294-85228947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9A7803-BDC9-A621-C65D-E47BA913F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F56196-81E4-2956-A5D3-EC9AC1D6C2E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이하율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41147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AA2A-726A-28F0-4FDA-D51558E0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BF3F8E-855B-B2DE-7D4F-A08F1A548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06EB9-B139-ADB3-D7D8-6A08227227F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최희서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700165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7958-EDFF-5BD6-E1AE-A75BFB8E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CEC089-0A95-8DAD-469F-CF3E7F7C4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4C3EFD-0E7F-A76E-E244-62E7DB5F2E3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김현호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44140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86019-88BA-F3CD-6F3C-88B6DA78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8E23C6-103F-F702-F245-52FC5FDEF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57D554-681B-1EA9-2E70-FA645192D19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조용재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119374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9A48-DE91-5117-4EB7-2A386592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BD82C2-A452-435D-8B5F-1C8978C0B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6639FF-6CEC-ED9B-59D9-47A7A7DE35E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하주환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818671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43DB-D4D9-0302-5179-A261CFEB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3EE4F2-3B20-59BE-AD40-AF05289E0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7120B5-207C-72D0-80A5-D3C94ED91C1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김덕현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888138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0289-0A27-C8A1-FAD7-D83136A9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F5BE24-30FC-A9CE-1A22-914EF8A82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C72402-4D1E-4194-F7D2-3C99171EE31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손시후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29290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30AC5-0BA7-774E-8BBB-12F5AB99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ECB3BC-DD17-A52C-B21B-58541A650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5CBB8-EB92-7010-5DB4-2325E960FA9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염현종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74289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368F-9222-66BB-32EC-6837FC31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4DD38A-D981-6531-7288-1A4283396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F26EE1-6FC7-1BBB-FCC1-FEBFFB249D4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강윤우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25943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B051-C5E3-54DB-ABE4-941B55C8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6E301D-BEE1-72EF-DC51-9C8273F24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ED542-49B7-5A31-5FA9-D2B9BE5691BD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김충신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258320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CAB1-F6D1-6A22-0F25-4EFF4E9A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215725-BFDA-0DD4-B897-E73ACCD26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0CB6E4-B5CB-75F4-232A-F3F8DF7EC91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박현진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19511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55B7-58F9-8829-BA6D-120C4137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200CAE-1755-75D5-E1F0-0CA064CC6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22F2B2-EA7C-34E1-FDC5-757B505C935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윤은찬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658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A82E-0709-899E-FB8E-DE272AFB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EA3322-0DE9-5375-8C78-6844BC3F9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8E6858-B02E-998C-11FD-A7D2E0BB749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정대영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02031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4784-014E-B430-53D7-14E7130E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F54399-7BA8-77FE-D234-D29FB5B16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73EA71-A421-1C12-3E89-8965651E46E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신현준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96582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AC1C-A11D-4D31-EF78-958D10C6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9F48A5-4C1F-8C13-3951-ACFA805F7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3C1D82-4407-1A83-4E33-EE68CF2F7C0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양현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040158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547EE-E156-5CE3-EC99-D1BBE793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DABA55-9114-02FC-8AAF-31B6F2E69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0BB2D2-643E-2673-161B-0108B13B94B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이산이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044099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68BF2-6E2C-4F0A-5A21-580D95D96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9B9E3D-7255-2A88-6472-88242755A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89A37D-FB5D-EC2D-3D2F-973A0270C8F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이시형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95143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273B-D30E-A2AF-0583-8D0C7C36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8D9D61-D7B3-B011-D2E1-F42B4BAB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912B5-0C21-467A-F532-0BB47A46372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하주필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17233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DBA3-F7FC-B7A9-2A78-102B24530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98C38B-2076-3E12-0D9F-91CAD250D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E99C15-4C9E-F06D-705F-F5B12253000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고윤찬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685377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601BA-E68A-4ECC-5E6D-A803C116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57CEAC-F11C-F1CB-A8D9-503AB4279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026023-6D41-5E05-4ED5-E452C35F73F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황규원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760007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90DF-DFB9-368D-3187-91171B78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5141A4-CBE7-D5F2-41AE-B79BA1DC5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2B2C0-03D4-6F79-6F55-6BC167E37EE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민서완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810518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E893-131C-B0EF-B8A5-984441A1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C29B76-5DC1-CB16-31CF-D97DADE52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44ACD-BE42-6A4A-2A00-27285A14B76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표가온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73287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011D-B557-BB85-529D-16438E32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62F1DF-690C-7A7F-E250-CAE76BA2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22AC39-0AD6-F196-DB78-84564C88C1A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이승희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79753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2E3E-CB8D-24ED-D0DF-7BF12205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E211F6-5B16-8F89-7069-DC52833B6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16AC12-0B1D-4FF1-F6D7-41743B5F7B0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김윤아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10688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1847-C9AC-7364-0F13-5C05B362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64F7A7-F5AB-B40C-2EA3-CFC9B2C9F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693092-3BA8-C6EB-451C-0E7F16E8F55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박가인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05039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DFE3C-F940-CC26-F5BA-AF341B95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B23B14-7E61-30D8-09AE-C1E3F0B6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36D294-27EB-A92C-392A-60C068A067B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박유빈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22994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81B41-9311-81EB-E698-3037D815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05D3AE-4F61-33F1-179D-16DECE5BE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A3FC1-D5AC-1ACD-4460-36DC9B983A6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최하랑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376621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D5B5-A234-927F-F627-A72050F7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4AA272-2DCD-ABDB-5570-7E4459271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EAFF8-A24C-414B-718E-BECC62E7B8D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민지윤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559133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6CB6-3001-3085-1F31-EFF1224F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33F347-6ED2-E761-7E26-995B184C8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E870D4-87A9-EA0C-5242-E3992E3378A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주예원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031049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C119-5229-6DAB-7F84-46181C45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5277FA-9500-54D2-F0FC-850E7E738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C3B7B-B3D7-2768-EBA0-4965A6C3B6E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김예진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693289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7212-5FD1-4A86-0E42-B07BE9B2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29414B-5B2A-E9B8-F6AD-FD4FD78F1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8ED7BB-4222-1F33-BD7C-54EE25F1157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김하겸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49985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DB4A-4747-9FF1-45AE-84FDF63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4009C4-E42A-D12F-FB03-5CBD953D9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CB3AD3-A70E-D425-89AE-80BE65E2F7A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도은세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511127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BAB2-5BFB-3C1E-FC53-73BFEE35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53C898-9B82-560A-4ED8-B5815B877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6B2B63-5DD4-BB1A-8A07-A0B66C854A4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고은채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632127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FEED2-13EF-E4D6-CAD4-438329D8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FCCD76-C822-4AF7-B12B-6D453C293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1F6E35-B5BD-3CCF-ADE0-A7CF07BDB05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배여진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022773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E710-4C98-2372-1297-89FBCEDD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4E9104-86F0-7045-F390-35CB4FFDB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A12DE4-C260-EE56-16F3-C854F6425E6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조하음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24926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B140-8E34-0202-351D-07870D3E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588C2B-18E0-8CBB-E3A1-4BDFEB9E7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78D36-CA2F-1B33-D269-D99B951209C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최라온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(19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78973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3D26-B54D-BDDE-0F63-D1354DE6B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B5F791-E1E8-7A35-5206-01D7C4D12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012EA-ACFC-8ADE-3302-44878D4431D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강라혜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647152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955FE-E2A6-0964-1E0A-86897954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46673-526F-993A-328A-BFBBB2C83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DE460B-6653-2194-C4E5-DDCFDE55A78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박예슬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060831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53BF-DE20-52B9-D80C-301A6F3C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A7764D-26D2-781E-06F3-75551AB42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476DD5-D509-E1B7-00D6-17F8C751A5AC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이예나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729360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45C9-DD77-44D0-BEFC-960ECF6E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401488-6A13-1A56-D7CC-A6D05FF4B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E148D2-FEB7-E3B9-DB81-8FEE9618C75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임서윤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657694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76AF-304B-7F3A-7A2F-E7EF1A5D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E2F175-2DBD-820C-925F-B0F7C308B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ABAED9-D7E2-2605-191A-EFA3C2D0181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윤은우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04334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8C88-353E-997E-E213-03FC004B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DD0481-B732-8F34-88DF-A7B986721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3180D2-C03D-2A81-5835-A7F4693BE53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정윤호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56492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9A2A1-7B38-18C4-151B-7B457D70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884698-1519-5146-55C9-55E17E3C0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102AF0-E93A-4039-68AD-9A7B7FF4B9B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정지원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20363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E677-706E-BBAE-913C-9F899923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18DC76-CB20-51C8-2C93-CA9786AD8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047685-BB90-3C40-CBBC-C347A43BDA0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최해성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664717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DFA2-4973-A0C8-E386-2DF9EBB5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E084D4-77E8-E0A6-146C-8391B115B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67F349-D5F5-A780-4C1B-812B34A617C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편우빈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711148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D7BC-A2BE-6B4D-FECB-94BA360A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E78DF3-D50E-2A61-43FF-243B3B0B2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EBF50B-0D07-EA20-6D57-142FA027BD4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이준혁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76718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3584-3ACD-E3AE-B70C-A3AFFB3E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CE87BC-B313-AE29-B768-D2F2C61E5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B10EAC-B221-F4AB-EF3C-C3EF9F647E9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박연수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83449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B0FC-8ACA-7AD7-78D3-1D47DB861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FE8BE4-5D85-85B8-8985-49058E3F7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CA544A-3B75-6288-7E2C-E98B7369661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이예람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23571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F6904-309F-7B71-048B-CBAADC21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641D42-F536-22A5-EE8F-ADFE81191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88FCFC-23A8-4629-00EB-C8C57BB41C5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이구하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중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549021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482E-F734-4367-D606-DCEF2AE8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E0C197-76D8-BA2E-47F1-618ABAA8D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3B72D5-699C-C146-E58B-A1163AA108F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김두현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80405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3F85-1A2B-7D6F-896A-17BE922A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235EBB-8368-B7DD-61EF-F2B3D33D4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D3F92-D854-9DC9-0622-D9475E5A04B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김시은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755894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DD1A-7FF1-5DD4-00AE-E27DD18C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E602D2-B672-8C7C-805E-273AFF1C3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C05B18-BA50-1296-284F-56CB6583BDA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성민찬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087424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166F-D9A9-EBE8-1CDB-F14F57CF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519F0D-6E55-317E-D55A-F4599C052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3F2195-40F8-7FCC-76A3-0779B3D4329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윤수아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17775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1F682-AADD-666C-8521-9447C1FE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AEBF96-3BAD-454D-9332-1566A2D42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70851B-F3BA-6519-6732-F308CA9CF56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송승건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678209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CE98-2F0F-E26B-8D14-52A28682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4834B5-3CEE-23D0-5194-60C23F783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42187F-4445-D205-A1C0-11A45596616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옥빛나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23309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7B56-C204-3747-EE9A-B2453013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F4CA18-B5C6-9975-E452-7267F173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42B9D2-EA4C-083E-A329-CBAA9889057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전희영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871041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04E8-B704-43DB-89B7-873B2514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F667D3-58FD-AC8E-2CB1-FDAEF3D5B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457FAD-A837-2F7A-5897-F58A47F5888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송희찬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124157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26320-0A89-DAD8-B5B7-CE9A590E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0373C3-3E66-F782-5AFC-0C212C152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5A81A4-8FED-F500-ECCC-4FBADF2BAA0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신재윤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609782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6889-698F-F7C0-08F1-8B242FFF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2560E5-F030-5273-B6E0-61D19951A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E9327-24E5-C2F1-1599-886DA932432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양혜빈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089356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B4CE-54D4-A32B-404D-192A03203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2A7EF4-E09D-A09B-BF90-B4858C0CD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DB66B2-10FE-B522-98E6-558FB52102F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김소원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174736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2C5C-6050-D218-1FF8-63311F3A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B536E2-8B57-01F8-3683-26118FB5D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62CE9F-2C83-3536-B74F-B8E03E88B5D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소은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074904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6ABC-D73D-9A4D-CA9C-CC015AF1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4288C3-C0DF-7624-A6DA-06A8C7428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5CF8FD-3B2D-892F-0AA7-B58323149B8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정바다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909552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6B05D-D56F-DDF7-3736-3AAF95F0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6BF34C-5264-13A6-521C-197C96A4A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13FF0F-8742-EB7C-CABF-7EBAEE4C6B6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조예준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31030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7BC4-F915-52B1-798C-766EA4E9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77094E-510A-1014-62BC-D60FD0FF7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CF03D3-47DB-C305-8A07-21A072329EC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김주호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992900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996A-56BB-CD01-80F9-517A5184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1984D2-C312-E358-45FD-671C603A5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EB22AA-963F-E109-0D6D-3F6A060CD29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박윤찬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937555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0312-04EE-0C4B-23BF-4DB0C623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C5CCA2-D379-6366-C86F-4F04A6190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59DAF2-DCCA-5396-6FFA-6EAD4BDCA9F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이은빈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29050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D388-255A-C900-AD93-42EC851B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C9943C-D2A7-6ED0-B6CD-82DEB9D9A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199D5F-B9D2-5A06-9D6E-8196BF95201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김유은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09180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8446-6A17-25D5-C469-0ED4E640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72D2FA-7620-46C8-2BA6-9CE64B925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FDFD57-A16C-34BE-BAB0-FF15E49F8DC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김태희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042785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DAEC-F3D5-51F8-694A-825B32F2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FAD993-FC3E-A626-89CA-4A366097D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73922D-FBFB-57F0-4D65-83B7080BF1B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서지유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92215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9130-A149-C48E-FE06-552CE123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9118C1-51B0-3D21-6E35-01D3898E5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60E419-57A2-DBF0-F6CC-B05938F3BCE8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이선중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711537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23CD0-7F62-285F-A8BC-338DA1A1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4653AC-CC91-0041-F760-3F8CBCF03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A1A43B-BB1B-8DA2-BC75-E3056FF2EC7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이지아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518604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FD44-7E22-A67A-3285-A4CC75BA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25FC1C-6120-497D-FD55-F2A4C9432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F1D39-0049-27AB-BA0D-309A6015F4E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조은찬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342052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6FFDE-7B07-AF14-AA38-36A2C54B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0E36C3-A63F-D23E-94B5-3E00EC5DC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BF75C8-0218-0066-43D5-7A0771397C9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김하윤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33387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F32E-A61D-C562-69BD-6819A848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A23C072-F36F-FAD3-4E6C-A13E9A947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29C5E-B7E2-C0E5-317B-379172249840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손세현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5569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D3CC-A9DE-32EF-3F80-A96520B9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49CA8F-9A6A-29F7-B9BF-187E5037F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3A49B-D122-EFD4-DCFC-2C2DFF2D859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박건영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41163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D29D2-76F5-1886-2545-A9DC3924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BFBAA7-1B98-F81E-9D2B-FD60F060B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6E8CA-FE6F-08DD-5C4E-9E910F53A91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채윤호</a:t>
            </a:r>
            <a:endParaRPr lang="en-US" altLang="ko-KR" sz="660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0918995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DDFD-A38F-BD49-68A5-19455372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11F106-6DBF-9467-04AC-CBE6F4754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BC2DFB-9F96-B914-45EB-179CD99D648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강동연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43950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D646-84BF-21C1-2BAC-3ACFBE5B3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6AC276-04AC-DEE9-757A-F99B8A157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877115-5247-5CBA-769B-22923E917CA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김선겸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8914547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6561-53DB-1C69-04B0-6F85F521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562E05-844E-DB56-8EBE-F608A94E7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D4BA6-B6D4-7A97-8FD2-F4C886939AB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김예손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48006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DF23-EE47-B308-F14D-9DA13DBD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FA2DD7-CC00-1B17-0FCA-7E22B0CD8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E26302-7514-3F5B-31E6-05A22C6E59D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김재윤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759083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8253-4547-E8EE-734E-549D6CB6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F1BDF3-E404-11CF-15F1-AF0EA80F5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C8E3D1-E37B-2ED7-E9F5-D8FEC47B2C0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김태원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25674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F4334-C42A-3BFE-4F99-AF4AC79D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8DA2A4-1A9F-8489-A412-E981272CB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8824E4-05B4-70F9-D5BE-13F4D335099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박나영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5749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6712-5BEB-EAB1-69E3-5956A7D0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C8CF92-7250-8BF0-41B8-0333BB391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1BF85B-9498-717D-B746-9645C69F3B2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오희찬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823942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13F4-E926-CD65-C5CE-D964F645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C055DB-C0A3-AE25-0B90-3D227BAD8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001EFD-0D75-B3E9-DA35-18141CBD239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우하음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86740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B441-384E-09E2-2BD5-A559007F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2BDAAE-5433-409C-B844-DA6596C77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BC31D7-F980-F51E-CD06-E1C3C067F15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이채운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491206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5F1D-E27A-4E44-1479-AFBD5F4A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EFD6E0-146D-A8C0-29DD-EE4B581AE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18C4F2-46CB-12E8-AC2F-9DEA4C84056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장준희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092478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F035-1089-B498-15D5-03DB4C00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D7CCA2-C55B-A610-DFAE-4CFCC8C5C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7AA6A7-286F-9FB1-F7F4-4737B11E773F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한상원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85918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3884-87F0-E4CB-1BBB-5BCADCD6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679838-F77E-9492-AD37-3C02473C9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ED5D4D-69D5-0BAE-F5C7-5441AAF282B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홍건우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978856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3EF3-9E60-D129-F53D-33520D1A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F41017-661A-F228-A313-B4DB5256E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2E8ED-916D-747A-6FB1-569255B1F14E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홍유찬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17098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BFCB-B1FF-7586-4C90-B058A67D3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1E107E-BB72-44B4-95B1-BE469ED0F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93000F-BADD-33E2-2907-C4DA2F06C0CD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홍종은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0065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7918-2182-DD6C-80B7-F2AA82F7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108E8E-916E-D5FF-6BD6-F37A03D36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4C1BED-203F-B9AC-E820-BF201D5062A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선정우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729173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DB43-64FB-BF3E-C484-4CFCFF3B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90D8D0-0730-7DC1-DEDB-FBDD55FD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564E1E-19F1-4020-1653-E31296A0B007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안하은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0235801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ADB9-9975-7E03-6154-72D39952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DDC1BF-7CE4-A40D-FAD9-D58DC051D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DB904F-BF40-7010-710D-BC22373B1E4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육아인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1)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7514907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BCCE-B372-B29D-A775-022335E7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D7133A-BCB3-B35A-30B7-274910A24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1EF963-7BAD-7EAD-0FFB-CC28E1480101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고윤성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179412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7C37-2174-330A-84E0-CBA69DDE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DC9F6F-757C-6DBC-2752-860C89CB8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53B474-8A1C-554B-E01B-80F3D0E8AEB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김재현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253999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8445-FC2A-2D99-3270-2B6A0373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9A487B-6F5B-3E8D-6413-EEF758EDD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0A5CA1-A7E6-7AB5-7538-4610CB2FB3B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심재훈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10094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F37C-A700-5C9D-CC35-6068001D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FF04C0-6F7C-A7F2-48AF-549EAF388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F17FC9-8BC0-18A1-9D31-B5D821BA70C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정바다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868837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28ED-2031-0D83-BE95-FFF1E349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05F655-BCD7-A3A5-67CF-5DFF048AC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5B83E5-DDDA-00BC-0091-C5D4E062DB0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황유민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029494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45B8-E8B4-3181-57F6-093BAB1A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A18A12-C8A2-9512-61CB-E4CC6AB1C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4B1FB5-CF1D-2BB3-6D29-E8F1861244ED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김주호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3812617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2E03-6C74-4412-2192-8CFDAA76E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821D9C-B888-053E-6911-94E2EB472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992677-2F77-576F-8039-C1EFDFADD9C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김하윤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436716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5717-5262-918C-C0FC-5275FC50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E7385B-10F0-2D66-5159-4FB1DE336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60AE64-7BE6-CB0A-9C29-D895D404AE6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윤하연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(28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775127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50E43-B2E9-F727-9D61-21CCC964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FD8622-D5C2-C913-34B5-512C8A76A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17BFCA-4896-0EC3-F9E5-5D24055E6E6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장휘겸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104676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F852-F6B6-BAAF-DDB3-062E445B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A119AC-1DD4-1A66-39EE-8147EEA27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49AC8F-B944-0229-44D4-B545A9B0253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5447064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5991-ADF1-CCC0-F851-33372D98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DF8E17-8DE6-4228-362B-94EDEAEED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4B1C72-52CC-3EEB-DDFA-250D81E9EAC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장은율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(29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35086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A2B3-433F-D2EB-1958-9BFE31BE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D53D3E-5E9E-501D-1C79-C56531F39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85203-70F1-F5B5-3CD4-FAED6894E81A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강민재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740639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B91A-036A-A4AC-B2BB-4BB47BC1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24B469-A5B8-2BA0-1EB4-7478C2078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535D7C-1844-3763-F637-BF60B49BFC7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구주영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83969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5FDF-EB02-C1A5-E4F8-277E95ED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0184CB-9524-F1EE-D387-5F9F9CDF3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3C7B06-C408-93C0-D3EA-EB624A503B1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김선진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358903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C740-E1A3-8A06-5377-F308DB39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30B948-2DFC-A8C4-F106-6D00A3657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FEADDD-011F-735C-D181-D1BD9B24B28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김유겸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337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C7DF-228E-CBA5-8060-BBB1007F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A5AED1-5A5D-9F61-94BE-EE6D6F603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3D1A-ADE0-B41A-A65D-8681BE0586F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이하람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2713874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F69A-704D-733B-AC07-0A7C834E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F4C078-6F59-B25E-E5A1-787988DA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FB3C3-4B9A-0822-4B2B-CD45991CC232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정한결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(30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4532978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61C3-8A77-C955-7BFD-2816C7FE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78FB4F-CD0C-9EBC-4E8B-ACA6E5755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E3A88-9B18-B2E0-480C-0024AE1710D5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양준우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739156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F778-ACAD-6A8A-C825-F0A299B6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80D6C5-2CEF-79F1-4A7F-5CD0301FA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A0B2EE-4C8D-F592-43FE-E34B79180F3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이도윤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9918788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8AB7-AD2D-02DB-511F-F0A928C3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7F6FA7-7E7D-ED50-ACB9-9264A430B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1CA33C-2315-B21B-2812-6131792659F6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이준엽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3581181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5BEB-7FCF-2956-E4E0-A874E781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109A07-BA0E-7CAE-1A14-6E067E036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D8B8A4-ED5B-1C9F-3AA6-DAAFE264FA33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김하준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(31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12865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E118-A650-2813-14D7-A1FB78CB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2DD349-91C3-300E-D689-B1EA4CB60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0F3F96-78BD-BEE8-6260-7DEE067496A9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강은성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269196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412C2-2656-6CDB-63C9-106084CF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B7431C-DA35-0301-1B9F-4A0F13FCB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215CCA-C363-18D6-3780-6FE3144487AB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김서현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395842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562E-BFA1-8065-8DC1-537E98B1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0D7831-C14D-98E0-C005-ABAF487FA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9D4A5-19EE-076A-1BFB-F12AF3814C84}"/>
              </a:ext>
            </a:extLst>
          </p:cNvPr>
          <p:cNvSpPr txBox="1"/>
          <p:nvPr/>
        </p:nvSpPr>
        <p:spPr>
          <a:xfrm>
            <a:off x="-275" y="2135273"/>
            <a:ext cx="34194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김도은</a:t>
            </a:r>
            <a:endParaRPr lang="en-US" altLang="ko-KR" sz="6600" dirty="0"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(32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2)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50216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1F46F-E2B7-0961-4A58-5D398385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ACB601-A9B2-211A-127E-A4C0218EC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FCF98D-5C06-2767-31B9-300E31BEE6A0}"/>
              </a:ext>
            </a:extLst>
          </p:cNvPr>
          <p:cNvSpPr txBox="1"/>
          <p:nvPr/>
        </p:nvSpPr>
        <p:spPr>
          <a:xfrm>
            <a:off x="-38375" y="211622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김채원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426531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4D436-299B-B7E2-DA15-272C2AEA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D7F41A-24DA-5D29-D930-45FCACCED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7E96F9-CAB2-639B-1597-57BC0FB63647}"/>
              </a:ext>
            </a:extLst>
          </p:cNvPr>
          <p:cNvSpPr txBox="1"/>
          <p:nvPr/>
        </p:nvSpPr>
        <p:spPr>
          <a:xfrm>
            <a:off x="-9800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오윤수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(33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165681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70A5-CF2D-BCF3-5912-CC40A299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C1D8D6-BE0E-7AB5-C65C-C18B18226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A9188C-1415-F533-9766-2653DB37275E}"/>
              </a:ext>
            </a:extLst>
          </p:cNvPr>
          <p:cNvSpPr txBox="1"/>
          <p:nvPr/>
        </p:nvSpPr>
        <p:spPr>
          <a:xfrm>
            <a:off x="-38375" y="212574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김형진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2262111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CD022-7650-B9B1-C99D-6821D19F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498C05-758C-A8F1-494A-C9E69B049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E8927E-8F79-579E-7692-E951B1E3835B}"/>
              </a:ext>
            </a:extLst>
          </p:cNvPr>
          <p:cNvSpPr txBox="1"/>
          <p:nvPr/>
        </p:nvSpPr>
        <p:spPr>
          <a:xfrm>
            <a:off x="-19325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박가영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(34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145325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46FA-A0F0-101A-1D65-A1151CC7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E3976B-9419-1A8A-8C03-9648B122D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29F7D5-CA3B-0ACF-5981-39BCBAB29A55}"/>
              </a:ext>
            </a:extLst>
          </p:cNvPr>
          <p:cNvSpPr txBox="1"/>
          <p:nvPr/>
        </p:nvSpPr>
        <p:spPr>
          <a:xfrm>
            <a:off x="-9800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박명석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61981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9553-7B45-8913-42B4-E350FF41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5F7845-4AB6-387A-0093-31BF3D8CD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4D1126-F835-4FC2-C1A4-4347E6EA3B5E}"/>
              </a:ext>
            </a:extLst>
          </p:cNvPr>
          <p:cNvSpPr txBox="1"/>
          <p:nvPr/>
        </p:nvSpPr>
        <p:spPr>
          <a:xfrm>
            <a:off x="-275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윤승권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09443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E676-D277-7EFC-57ED-25BC08E0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7801F7-E330-95FF-175E-28C72141D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6AC458-B44D-4AC4-C29A-577E350672A6}"/>
              </a:ext>
            </a:extLst>
          </p:cNvPr>
          <p:cNvSpPr txBox="1"/>
          <p:nvPr/>
        </p:nvSpPr>
        <p:spPr>
          <a:xfrm>
            <a:off x="-28850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장서겸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537197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CA87-2E4B-1F83-3FA7-6B2A8179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E80944-7FAB-40E5-45D2-C89144AB4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70530B-EE87-7D5B-C5A0-97363EF1A2AD}"/>
              </a:ext>
            </a:extLst>
          </p:cNvPr>
          <p:cNvSpPr txBox="1"/>
          <p:nvPr/>
        </p:nvSpPr>
        <p:spPr>
          <a:xfrm>
            <a:off x="-27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최연교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4912069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BF3B8-03E3-B876-604E-2AEBF80A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58BDE3-4EFE-1341-840E-AB42550AF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927191-7C32-F1A9-EA2B-71ED39280DC2}"/>
              </a:ext>
            </a:extLst>
          </p:cNvPr>
          <p:cNvSpPr txBox="1"/>
          <p:nvPr/>
        </p:nvSpPr>
        <p:spPr>
          <a:xfrm>
            <a:off x="-9800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김규민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(35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2908908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F4F7-B8BB-D246-682E-2A356D1F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3D9AB8-645C-D9C7-4F96-227053B1E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FBA30B-70BA-F3EF-F602-F38AAA45C22D}"/>
              </a:ext>
            </a:extLst>
          </p:cNvPr>
          <p:cNvSpPr txBox="1"/>
          <p:nvPr/>
        </p:nvSpPr>
        <p:spPr>
          <a:xfrm>
            <a:off x="-275" y="211622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최이세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818474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D163-7157-63D1-498B-601968FD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D4E918-C37E-6D8D-2C3C-36FC48826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623682-FAB0-ED57-3F69-D0B52988CD10}"/>
              </a:ext>
            </a:extLst>
          </p:cNvPr>
          <p:cNvSpPr txBox="1"/>
          <p:nvPr/>
        </p:nvSpPr>
        <p:spPr>
          <a:xfrm>
            <a:off x="-275" y="208764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최주안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315696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F687C-420F-5D5F-53A6-94C99C76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D4FB07-6017-37AB-D6EB-BA18B1880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DE3FB8-0369-BEA0-A06A-B323C3DB189B}"/>
              </a:ext>
            </a:extLst>
          </p:cNvPr>
          <p:cNvSpPr txBox="1"/>
          <p:nvPr/>
        </p:nvSpPr>
        <p:spPr>
          <a:xfrm>
            <a:off x="-27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하주호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32189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EC13-4B08-35F0-15E1-41A6096A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BBFA93-C34D-357D-FC67-590B65323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3B4A45-D5E8-2952-5625-1BEE805FBDB7}"/>
              </a:ext>
            </a:extLst>
          </p:cNvPr>
          <p:cNvSpPr txBox="1"/>
          <p:nvPr/>
        </p:nvSpPr>
        <p:spPr>
          <a:xfrm>
            <a:off x="-9800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김시온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408146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3B3F-8375-9CD4-C403-9E136F98F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7FF126-C809-5A3F-32EF-CE5EDE3A5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6CE035-E9E2-3E9E-7C30-66AD6835D1A6}"/>
              </a:ext>
            </a:extLst>
          </p:cNvPr>
          <p:cNvSpPr txBox="1"/>
          <p:nvPr/>
        </p:nvSpPr>
        <p:spPr>
          <a:xfrm>
            <a:off x="-1932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이성진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5697940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9E65E-5FC0-D63E-004D-87369835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392821-0B7C-72AC-1DE5-4B34EB685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F2C762-EC74-8D37-B6A8-2F5675ADF060}"/>
              </a:ext>
            </a:extLst>
          </p:cNvPr>
          <p:cNvSpPr txBox="1"/>
          <p:nvPr/>
        </p:nvSpPr>
        <p:spPr>
          <a:xfrm>
            <a:off x="-1932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김하민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(36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241604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89FB-F83C-1365-F2BF-59FA5A58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7F93D-4673-930A-B904-FE69DA728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9D818B-B602-274F-3092-3597B4596C42}"/>
              </a:ext>
            </a:extLst>
          </p:cNvPr>
          <p:cNvSpPr txBox="1"/>
          <p:nvPr/>
        </p:nvSpPr>
        <p:spPr>
          <a:xfrm>
            <a:off x="-1932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박주은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652825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B97A-BD0B-EA87-E8C4-75077009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318259-1493-B36C-C43F-67283ED83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70247C-6DBA-63A8-AD8A-197C587F3482}"/>
              </a:ext>
            </a:extLst>
          </p:cNvPr>
          <p:cNvSpPr txBox="1"/>
          <p:nvPr/>
        </p:nvSpPr>
        <p:spPr>
          <a:xfrm>
            <a:off x="-9800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배강희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4160277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6AB1-A9FF-D88E-B4BD-CDB34BFF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63742E-D40E-990C-0A71-43EFD97B8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F5D284-A242-AE71-55E6-91EC0DB5352A}"/>
              </a:ext>
            </a:extLst>
          </p:cNvPr>
          <p:cNvSpPr txBox="1"/>
          <p:nvPr/>
        </p:nvSpPr>
        <p:spPr>
          <a:xfrm>
            <a:off x="-9800" y="208764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양은석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0322533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C90E0-FA3D-19B5-4514-CC80D8B7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142C84-6081-A7C9-CE20-97ED1BABB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31BAE6-0767-1BD7-15C6-6369D7372931}"/>
              </a:ext>
            </a:extLst>
          </p:cNvPr>
          <p:cNvSpPr txBox="1"/>
          <p:nvPr/>
        </p:nvSpPr>
        <p:spPr>
          <a:xfrm>
            <a:off x="-19325" y="208764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윤서준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1559407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4CFD-BA69-2014-5430-C121FA19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11DE6D-6143-C679-8DC8-2AD7FD130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8FF6DC-D02C-90FA-2999-316DFC1042A5}"/>
              </a:ext>
            </a:extLst>
          </p:cNvPr>
          <p:cNvSpPr txBox="1"/>
          <p:nvPr/>
        </p:nvSpPr>
        <p:spPr>
          <a:xfrm>
            <a:off x="-1932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이태훈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143501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91D2-600A-B492-B4FC-E915F32AB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3099C4-AE81-4A56-FFE4-A2F363FAF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7F3C49-A4E7-9FEC-448F-EC32B3330C42}"/>
              </a:ext>
            </a:extLst>
          </p:cNvPr>
          <p:cNvSpPr txBox="1"/>
          <p:nvPr/>
        </p:nvSpPr>
        <p:spPr>
          <a:xfrm>
            <a:off x="-28850" y="2097173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김지수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8274840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CFFFF-A34B-65DC-A61F-30C1D41E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4046A4-E67D-4CB4-B9E9-C1C693CE1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475" cy="4387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A21FFB-F564-5DC0-11A2-A54BF24CE2D5}"/>
              </a:ext>
            </a:extLst>
          </p:cNvPr>
          <p:cNvSpPr txBox="1"/>
          <p:nvPr/>
        </p:nvSpPr>
        <p:spPr>
          <a:xfrm>
            <a:off x="-19325" y="2106698"/>
            <a:ext cx="34194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양민규</a:t>
            </a:r>
            <a:endParaRPr lang="en-US" altLang="ko-KR" sz="72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algn="ctr"/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(37</a:t>
            </a:r>
            <a:r>
              <a:rPr lang="ko-KR" altLang="en-US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조 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/ </a:t>
            </a:r>
            <a:r>
              <a:rPr lang="ko-KR" altLang="en-US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고</a:t>
            </a:r>
            <a:r>
              <a:rPr lang="en-US" altLang="ko-KR" sz="3200" b="1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3</a:t>
            </a:r>
            <a:r>
              <a:rPr lang="en-US" altLang="ko-KR" sz="3200" dirty="0">
                <a:solidFill>
                  <a:srgbClr val="002060"/>
                </a:solidFill>
                <a:latin typeface="210 카툰스토리 R" panose="02020603020101020101" pitchFamily="18" charset="-127"/>
                <a:ea typeface="210 카툰스토리 R" panose="02020603020101020101" pitchFamily="18" charset="-127"/>
              </a:rPr>
              <a:t>) </a:t>
            </a:r>
            <a:endParaRPr lang="ko-KR" altLang="en-US" sz="2400" dirty="0">
              <a:solidFill>
                <a:srgbClr val="002060"/>
              </a:solidFill>
              <a:latin typeface="210 카툰스토리 R" panose="02020603020101020101" pitchFamily="18" charset="-127"/>
              <a:ea typeface="210 카툰스토리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12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34904</TotalTime>
  <Words>1924</Words>
  <Application>Microsoft Office PowerPoint</Application>
  <PresentationFormat>사용자 지정</PresentationFormat>
  <Paragraphs>528</Paragraphs>
  <Slides>264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264</vt:i4>
      </vt:variant>
    </vt:vector>
  </HeadingPairs>
  <TitlesOfParts>
    <vt:vector size="271" baseType="lpstr">
      <vt:lpstr>210 카툰스토리 R</vt:lpstr>
      <vt:lpstr>맑은 고딕</vt:lpstr>
      <vt:lpstr>휴먼매직체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user01</dc:creator>
  <cp:lastModifiedBy>youngjin kwon</cp:lastModifiedBy>
  <cp:revision>39</cp:revision>
  <cp:lastPrinted>2024-02-14T09:57:24Z</cp:lastPrinted>
  <dcterms:created xsi:type="dcterms:W3CDTF">2022-02-03T07:07:08Z</dcterms:created>
  <dcterms:modified xsi:type="dcterms:W3CDTF">2025-08-09T07:32:06Z</dcterms:modified>
</cp:coreProperties>
</file>